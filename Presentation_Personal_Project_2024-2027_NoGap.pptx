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18" Type="http://schemas.openxmlformats.org/officeDocument/2006/relationships/slide" Target="slides/slide15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7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904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74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53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05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55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350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58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80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46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531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190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4197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626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076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6243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64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3" r:id="rId2"/>
    <p:sldLayoutId id="2147484064" r:id="rId3"/>
    <p:sldLayoutId id="2147484065" r:id="rId4"/>
    <p:sldLayoutId id="2147484066" r:id="rId5"/>
    <p:sldLayoutId id="2147484067" r:id="rId6"/>
    <p:sldLayoutId id="2147484068" r:id="rId7"/>
    <p:sldLayoutId id="2147484069" r:id="rId8"/>
    <p:sldLayoutId id="2147484070" r:id="rId9"/>
    <p:sldLayoutId id="2147484071" r:id="rId10"/>
    <p:sldLayoutId id="2147484072" r:id="rId11"/>
    <p:sldLayoutId id="2147484073" r:id="rId12"/>
    <p:sldLayoutId id="2147484074" r:id="rId13"/>
    <p:sldLayoutId id="2147484075" r:id="rId14"/>
    <p:sldLayoutId id="2147484076" r:id="rId15"/>
    <p:sldLayoutId id="21474840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7E03-148B-DC79-CE32-3709397D2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900"/>
              <a:t>SALES DATA ANALYSIS USING</a:t>
            </a:r>
            <a:br>
              <a:rPr lang="en-US" sz="4900" dirty="0"/>
            </a:br>
            <a:r>
              <a:rPr lang="en-US" sz="4900"/>
              <a:t>PYTHON</a:t>
            </a:r>
            <a:br>
              <a:rPr lang="en-US" sz="4900" dirty="0"/>
            </a:br>
            <a:endParaRPr lang="en-US" sz="49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6423-0E0C-7814-BE88-FCFD9556F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45" y="1731681"/>
            <a:ext cx="10515600" cy="4758433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 algn="ctr">
              <a:spcBef>
                <a:spcPct val="0"/>
              </a:spcBef>
              <a:buNone/>
            </a:pPr>
            <a:endParaRPr lang="en-US" sz="4900" dirty="0">
              <a:latin typeface="Aptos Display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n-US" sz="4900">
                <a:latin typeface="Aptos Display"/>
              </a:rPr>
              <a:t>Personal Project Presentation</a:t>
            </a:r>
            <a:endParaRPr lang="en-US"/>
          </a:p>
          <a:p>
            <a:pPr algn="ctr">
              <a:spcBef>
                <a:spcPct val="0"/>
              </a:spcBef>
            </a:pPr>
            <a:endParaRPr lang="en-US" sz="4900" dirty="0">
              <a:latin typeface="Aptos Display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n-US" sz="4900">
                <a:latin typeface="Aptos Display"/>
              </a:rPr>
              <a:t>Submitted by</a:t>
            </a:r>
          </a:p>
          <a:p>
            <a:pPr algn="ctr">
              <a:spcBef>
                <a:spcPct val="0"/>
              </a:spcBef>
            </a:pPr>
            <a:r>
              <a:rPr lang="en-US" sz="4900">
                <a:latin typeface="Aptos Display"/>
              </a:rPr>
              <a:t>SOWMIYA M</a:t>
            </a:r>
            <a:endParaRPr lang="en-US" sz="4900" dirty="0">
              <a:latin typeface="Aptos Display"/>
            </a:endParaRPr>
          </a:p>
          <a:p>
            <a:pPr algn="ctr">
              <a:spcBef>
                <a:spcPct val="0"/>
              </a:spcBef>
            </a:pPr>
            <a:endParaRPr lang="en-US" sz="4900" dirty="0">
              <a:latin typeface="Aptos Display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n-US" sz="4900">
                <a:latin typeface="Aptos Display"/>
              </a:rPr>
              <a:t>BCA – Data Science</a:t>
            </a:r>
          </a:p>
          <a:p>
            <a:pPr algn="ctr">
              <a:spcBef>
                <a:spcPct val="0"/>
              </a:spcBef>
            </a:pPr>
            <a:endParaRPr lang="en-US" sz="4900" dirty="0">
              <a:latin typeface="Aptos Display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n-US" sz="4900">
                <a:latin typeface="Aptos Display"/>
              </a:rPr>
              <a:t>SRM Institute of Science and Technology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n-US" sz="4900">
                <a:latin typeface="Aptos Display"/>
              </a:rPr>
              <a:t>Academic Year: 2024–2027</a:t>
            </a:r>
          </a:p>
          <a:p>
            <a:pPr algn="ctr">
              <a:spcBef>
                <a:spcPct val="0"/>
              </a:spcBef>
            </a:pPr>
            <a:endParaRPr lang="en-US" sz="5400" dirty="0">
              <a:latin typeface="Aptos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806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46863-15D9-62F2-D976-5A7DD06E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OBJECTIVE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CC36-D138-62A9-9373-11F905F66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945"/>
            <a:ext cx="8596668" cy="388077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The main objective of this project is to analyze sales data using Python and understand sales performance.</a:t>
            </a:r>
            <a:endParaRPr lang="en-US" dirty="0"/>
          </a:p>
          <a:p>
            <a:pPr>
              <a:buClr>
                <a:srgbClr val="688727"/>
              </a:buClr>
            </a:pPr>
            <a:endParaRPr lang="en-US" dirty="0"/>
          </a:p>
          <a:p>
            <a:pPr>
              <a:buClr>
                <a:srgbClr val="688727"/>
              </a:buClr>
            </a:pPr>
            <a:r>
              <a:rPr lang="en-US"/>
              <a:t>Objectives:</a:t>
            </a:r>
          </a:p>
          <a:p>
            <a:pPr>
              <a:buClr>
                <a:srgbClr val="688727"/>
              </a:buClr>
            </a:pPr>
            <a:r>
              <a:rPr lang="en-US"/>
              <a:t>       To analyze sales data.</a:t>
            </a:r>
          </a:p>
          <a:p>
            <a:pPr>
              <a:buClr>
                <a:srgbClr val="688727"/>
              </a:buClr>
            </a:pPr>
            <a:r>
              <a:rPr lang="en-US"/>
              <a:t>       To find total sales and average sales.</a:t>
            </a:r>
          </a:p>
          <a:p>
            <a:pPr>
              <a:buClr>
                <a:srgbClr val="688727"/>
              </a:buClr>
            </a:pPr>
            <a:r>
              <a:rPr lang="en-US"/>
              <a:t>       To identify top-selling products.</a:t>
            </a:r>
          </a:p>
          <a:p>
            <a:pPr>
              <a:buClr>
                <a:srgbClr val="688727"/>
              </a:buClr>
            </a:pPr>
            <a:r>
              <a:rPr lang="en-US"/>
              <a:t>       To create charts for easy understanding.</a:t>
            </a:r>
            <a:endParaRPr lang="en-US">
              <a:latin typeface="Aptos Narrow"/>
            </a:endParaRPr>
          </a:p>
          <a:p>
            <a:pPr>
              <a:buClr>
                <a:srgbClr val="688727"/>
              </a:buClr>
            </a:pPr>
            <a:r>
              <a:rPr lang="en-US"/>
              <a:t>       To find useful insights from the data.</a:t>
            </a:r>
          </a:p>
          <a:p>
            <a:pPr>
              <a:buClr>
                <a:srgbClr val="688727"/>
              </a:buClr>
            </a:pPr>
            <a:endParaRPr lang="en-US" dirty="0"/>
          </a:p>
          <a:p>
            <a:pPr>
              <a:buClr>
                <a:srgbClr val="688727"/>
              </a:buClr>
            </a:pPr>
            <a:r>
              <a:rPr lang="en-US" dirty="0"/>
              <a:t>Tools Used: Python, Pandas, Matplotlib, Google </a:t>
            </a:r>
            <a:r>
              <a:rPr lang="en-US" dirty="0" err="1"/>
              <a:t>Colab</a:t>
            </a:r>
            <a:endParaRPr lang="en-US" sz="6500"/>
          </a:p>
          <a:p>
            <a:pPr>
              <a:buClr>
                <a:srgbClr val="688727"/>
              </a:buClr>
            </a:pPr>
            <a:endParaRPr lang="en-US" dirty="0"/>
          </a:p>
          <a:p>
            <a:pPr>
              <a:buClr>
                <a:srgbClr val="688727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71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CF98348-0413-B05A-5085-37CF57989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DATASET SUMMARY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27357-9FE0-A1E2-4D6C-FD3DD429B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Dataset Details: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Total Records: 200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Total Orders: 200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Total Quantity Sold: 1,053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Total Sales: ₹23,969,616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Average Sales: ₹119,848.08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Dataset Columns: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Order ID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Product Name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Quantity</a:t>
            </a:r>
            <a:endParaRPr lang="en-US" dirty="0">
              <a:latin typeface="Avenir Next LT Pro"/>
              <a:ea typeface="Batang"/>
              <a:cs typeface="Browallia New"/>
            </a:endParaRPr>
          </a:p>
          <a:p>
            <a:r>
              <a:rPr lang="en-US">
                <a:ea typeface="+mn-lt"/>
                <a:cs typeface="+mn-lt"/>
              </a:rPr>
              <a:t>Price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Sales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Tools: Python, Pandas, Google </a:t>
            </a:r>
            <a:r>
              <a:rPr lang="en-US" dirty="0" err="1">
                <a:ea typeface="+mn-lt"/>
                <a:cs typeface="+mn-lt"/>
              </a:rPr>
              <a:t>Colab</a:t>
            </a:r>
            <a:endParaRPr lang="en-US" b="1">
              <a:latin typeface="Aptos Display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2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D558-A0CB-B157-D94C-CC02E5DD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Python Code and </a:t>
            </a:r>
            <a:r>
              <a:rPr lang="en-US" dirty="0" err="1">
                <a:ea typeface="+mj-lt"/>
                <a:cs typeface="+mj-lt"/>
              </a:rPr>
              <a:t>Outpu</a:t>
            </a:r>
            <a:endParaRPr lang="en-US" dirty="0" err="1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06F10C4-653B-505B-6061-D05C02E5F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531" y="1847439"/>
            <a:ext cx="4798932" cy="500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35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AD4D-5006-3878-8531-8EA8DDDE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F73032-6343-6712-3EEE-60B006F75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107695"/>
            <a:ext cx="8596668" cy="323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3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3AE7-187E-BDCD-E172-584723E8D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Total Sales by Product 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F9C23-1D8A-A8F8-ACA0-01A84C47B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950" y="1492534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Total Sales by Product: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282C749-660C-0BFA-3686-AF66D4FE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20" y="1933641"/>
            <a:ext cx="9170095" cy="411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7DE6-9029-834B-28F5-09AE8B896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A graph of sales by product&#10;&#10;AI-generated content may be incorrect.">
            <a:extLst>
              <a:ext uri="{FF2B5EF4-FFF2-40B4-BE49-F238E27FC236}">
                <a16:creationId xmlns:a16="http://schemas.microsoft.com/office/drawing/2014/main" id="{FCF075E9-8479-E576-65C6-4D125BAC4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243" y="1938472"/>
            <a:ext cx="6096000" cy="3510814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EF1F99-8C6B-32EA-E4E2-C1481C102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911" y="2137384"/>
            <a:ext cx="25812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1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CF15A-1459-90C7-29C8-6CAE028C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Region-wise Sales Distribution</a:t>
            </a:r>
            <a:endParaRPr lang="en-US"/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965D096-DF27-EB3F-9EF9-701213474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217" y="1393082"/>
            <a:ext cx="7233780" cy="439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55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4BA0-E5FF-FEA5-A35C-025EE35E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A pie chart with different colored circles with Crust in the background&#10;&#10;AI-generated content may be incorrect.">
            <a:extLst>
              <a:ext uri="{FF2B5EF4-FFF2-40B4-BE49-F238E27FC236}">
                <a16:creationId xmlns:a16="http://schemas.microsoft.com/office/drawing/2014/main" id="{9B784FCA-2495-C448-DFF4-059A8EEB0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412" y="1450782"/>
            <a:ext cx="5155852" cy="4987238"/>
          </a:xfrm>
          <a:prstGeom prst="rect">
            <a:avLst/>
          </a:prstGeom>
        </p:spPr>
      </p:pic>
      <p:pic>
        <p:nvPicPr>
          <p:cNvPr id="5" name="Picture 4" descr="A screenshot of a black background with white text&#10;&#10;AI-generated content may be incorrect.">
            <a:extLst>
              <a:ext uri="{FF2B5EF4-FFF2-40B4-BE49-F238E27FC236}">
                <a16:creationId xmlns:a16="http://schemas.microsoft.com/office/drawing/2014/main" id="{69B4FC80-10C3-C9E8-1676-0B70394AB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065" y="2084409"/>
            <a:ext cx="24765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77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BCD2-441A-BB78-058A-91F7C299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SALES DATA VISUALIZATION</a:t>
            </a:r>
            <a:endParaRPr lang="en-US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078C46A-0E86-2050-AFD6-3875AA868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2518" y="1492534"/>
            <a:ext cx="5416956" cy="516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10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9675-53A8-6A0C-6756-2D829C64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7C95AF32-EF1B-BEBD-CABC-22BEAB66F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065" y="1464906"/>
            <a:ext cx="6523972" cy="478153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53ABB6-D4EF-F3AA-4A6E-EF913619A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692" y="1681163"/>
            <a:ext cx="278130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6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99CB-CF3C-FCC2-F108-0712FB25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Product-wise Total Sales:</a:t>
            </a:r>
            <a:endParaRPr lang="en-US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7F8E1B6-A827-3581-5884-BDF2E4090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0664" y="1417275"/>
            <a:ext cx="6132392" cy="44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9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66268-CD99-7F6E-CD0A-AA80BEF8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38F0BC-9298-C33B-8361-3F4EE916C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367" y="1271275"/>
            <a:ext cx="6096000" cy="407276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5772E6-5233-6C86-2C80-E3F7962B2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847" y="1780653"/>
            <a:ext cx="326707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75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010B6-6F40-1EEC-19DF-2A470705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Sales Analysis Report:</a:t>
            </a:r>
            <a:endParaRPr lang="en-US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1496ACF-F497-7CBC-CCC1-6176C835DD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369" y="1596920"/>
            <a:ext cx="5181612" cy="488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6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76C9-C882-F226-8A26-07690074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CONCLUSION: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B320-D780-3D60-5852-24BE92016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7357"/>
            <a:ext cx="8596668" cy="44340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This project helped me understand sales data using Python.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Analyzed sales data using Pandas.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Calculated total sales and average sales.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 Identified the best-selling product and highest sales region.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Created charts to understand sales trends.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Learned how to analyze data and present results visually.</a:t>
            </a:r>
            <a:endParaRPr lang="en-US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/>
              <a:t>                       THANK YOU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        Presented by Sowmiya M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2871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